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4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e118e9c68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e118e9c68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419550"/>
            <a:ext cx="7986000" cy="9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79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hash been reported as malicious? Explain why or why not.</a:t>
            </a:r>
            <a:endParaRPr sz="179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79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79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dirty="0"/>
              <a:t>The file is detected as malicious by 56 vendors. The file hash is related to the trojan </a:t>
            </a:r>
            <a:r>
              <a:rPr lang="en-US" dirty="0" err="1"/>
              <a:t>flagpro</a:t>
            </a:r>
            <a:r>
              <a:rPr lang="en-US" dirty="0"/>
              <a:t>. Vendors' Ratio: The report shows that a significant number of security vendors have flagged this file as malicious. This is indicated by the high vendor count with exclamation marks. Community Score: The community score is negative, further suggesting that the file is more likely to be malicious. Security Vendors' Analysis: In the Detection tab, many security vendors have identified the file as malicious and provided additional details, including the name of the malware ("</a:t>
            </a:r>
            <a:r>
              <a:rPr lang="en-US" dirty="0" err="1"/>
              <a:t>Qakbot</a:t>
            </a:r>
            <a:r>
              <a:rPr lang="en-US" dirty="0"/>
              <a:t>") that was detected. Given the high vendor count, the negative community score, and multiple malware detections, it's evident that this file is malicious. </a:t>
            </a:r>
          </a:p>
          <a:p>
            <a:pPr lvl="0"/>
            <a:r>
              <a:rPr lang="en-US" dirty="0"/>
              <a:t>Indicators of Compromise (</a:t>
            </a:r>
            <a:r>
              <a:rPr lang="en-US" dirty="0" err="1"/>
              <a:t>IoCs</a:t>
            </a:r>
            <a:r>
              <a:rPr lang="en-US" dirty="0"/>
              <a:t>) associated with this file: </a:t>
            </a:r>
          </a:p>
          <a:p>
            <a:pPr lvl="0"/>
            <a:r>
              <a:rPr lang="en-US" dirty="0"/>
              <a:t>● Hash Value: Another SHA256 hash associated with this malware: 84c9c070465e9ddeb4649c6e146c1b2ec1b84d4e09abba150b08b11f04f15409. This is another unique identifier for the malware. </a:t>
            </a:r>
          </a:p>
          <a:p>
            <a:pPr lvl="0"/>
            <a:r>
              <a:rPr lang="en-US"/>
              <a:t>● </a:t>
            </a:r>
            <a:r>
              <a:rPr lang="en-US" dirty="0"/>
              <a:t>IP Address: An IP address associated with the malware is 104.31.74.3, as indicated in the Relations tab under the Contacted IP addresses section</a:t>
            </a:r>
            <a:r>
              <a:rPr lang="en-US"/>
              <a:t>. </a:t>
            </a:r>
          </a:p>
          <a:p>
            <a:pPr lvl="0"/>
            <a:r>
              <a:rPr lang="en-US"/>
              <a:t>● </a:t>
            </a:r>
            <a:r>
              <a:rPr lang="en-US" dirty="0"/>
              <a:t>Domain Name: The malware contacted the domain "lyqcar.com" as shown in the Relations tab. This domain name is reported as malicious</a:t>
            </a:r>
            <a:endParaRPr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Command and Control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Input capture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HTTP Requests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org.misecure.com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207.148.109.242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287d612e29b71c90aa54947313810a25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On-screen Show (16:9)</PresentationFormat>
  <Paragraphs>18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Roboto</vt:lpstr>
      <vt:lpstr>Google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ashfin ashfi</dc:creator>
  <cp:lastModifiedBy>ashfin ashfi</cp:lastModifiedBy>
  <cp:revision>1</cp:revision>
  <dcterms:modified xsi:type="dcterms:W3CDTF">2026-02-16T18:13:49Z</dcterms:modified>
</cp:coreProperties>
</file>