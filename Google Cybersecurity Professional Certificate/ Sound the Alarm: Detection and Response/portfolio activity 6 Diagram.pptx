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embeddedFontLst>
    <p:embeddedFont>
      <p:font typeface="Google Sans" panose="020B0604020202020204" charset="0"/>
      <p:regular r:id="rId4"/>
      <p:bold r:id="rId5"/>
      <p:italic r:id="rId6"/>
      <p:boldItalic r:id="rId7"/>
    </p:embeddedFont>
    <p:embeddedFont>
      <p:font typeface="Roboto" panose="020F0502020204030204" pitchFamily="2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440" y="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3744909" y="70550"/>
            <a:ext cx="5109300" cy="5109300"/>
          </a:xfrm>
          <a:prstGeom prst="ellipse">
            <a:avLst/>
          </a:prstGeom>
          <a:solidFill>
            <a:srgbClr val="E6B8AF">
              <a:alpha val="38430"/>
            </a:srgbClr>
          </a:solidFill>
          <a:ln w="28575" cap="flat" cmpd="sng">
            <a:solidFill>
              <a:srgbClr val="EA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116816" y="70594"/>
            <a:ext cx="5109253" cy="5109253"/>
          </a:xfrm>
          <a:prstGeom prst="ellipse">
            <a:avLst/>
          </a:prstGeom>
          <a:solidFill>
            <a:srgbClr val="DEE7F2">
              <a:alpha val="64709"/>
            </a:srgbClr>
          </a:solidFill>
          <a:ln w="28575" cap="flat" cmpd="sng">
            <a:solidFill>
              <a:srgbClr val="A1C3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5637600" y="589700"/>
            <a:ext cx="13239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tcpdump</a:t>
            </a:r>
            <a:endParaRPr sz="1700"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940208" y="1388024"/>
            <a:ext cx="1120200" cy="8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Similarities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539766" y="1574345"/>
            <a:ext cx="277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93625" y="1388025"/>
            <a:ext cx="3269400" cy="13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Uses a graphical user interface (GUI)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Offers more features such as advanced filtering and colorizing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Requires more system resources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4998288" y="1149752"/>
            <a:ext cx="2777700" cy="10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Uses a command-line interface (CLI)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 lightweight and uses fewer system resources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3875650" y="1836375"/>
            <a:ext cx="1426500" cy="2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7432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Network protocol analyzers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7432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Open-source and available for free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7432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Filter for a specific protocol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2009500" y="589700"/>
            <a:ext cx="13239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Wireshark</a:t>
            </a:r>
            <a:endParaRPr sz="1700"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Office PowerPoint</Application>
  <PresentationFormat>On-screen Show (16:9)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Google Sans</vt:lpstr>
      <vt:lpstr>Roboto</vt:lpstr>
      <vt:lpstr>Arial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ashfin ashfi</dc:creator>
  <cp:lastModifiedBy>ashfin ashfi</cp:lastModifiedBy>
  <cp:revision>1</cp:revision>
  <dcterms:modified xsi:type="dcterms:W3CDTF">2026-02-16T18:06:29Z</dcterms:modified>
</cp:coreProperties>
</file>